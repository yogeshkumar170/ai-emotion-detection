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47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wooden-tile/t/thank-you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D0E27D-0865-82E0-B2AF-D39679B318E3}"/>
              </a:ext>
            </a:extLst>
          </p:cNvPr>
          <p:cNvSpPr/>
          <p:nvPr/>
        </p:nvSpPr>
        <p:spPr>
          <a:xfrm>
            <a:off x="736600" y="7924800"/>
            <a:ext cx="45720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 – YOGESH KUMAR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73E3D-8C76-A25C-4C12-8B5BEB229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838200"/>
            <a:ext cx="9076736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0C574-1BEC-A817-3F67-C2FCAF71B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32" y="762000"/>
            <a:ext cx="15806935" cy="739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880C2-32C7-C336-C9A3-EC37C7B38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3" y="180362"/>
            <a:ext cx="15975654" cy="878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3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6EF38-14EE-CB91-C4D3-6A351028B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31" y="1899864"/>
            <a:ext cx="15137337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87C985-2EB8-716D-26EA-08753ADB9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70000" y="228600"/>
            <a:ext cx="13716000" cy="914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3141FF-F2A0-247C-0217-32C79DB7546D}"/>
              </a:ext>
            </a:extLst>
          </p:cNvPr>
          <p:cNvSpPr txBox="1"/>
          <p:nvPr/>
        </p:nvSpPr>
        <p:spPr>
          <a:xfrm>
            <a:off x="1270000" y="9372600"/>
            <a:ext cx="1371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thebluediamondgallery.com/wooden-tile/t/thank-you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4650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</Words>
  <Application>Microsoft Office PowerPoint</Application>
  <PresentationFormat>Custom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yogesh kumar</cp:lastModifiedBy>
  <cp:revision>2</cp:revision>
  <dcterms:created xsi:type="dcterms:W3CDTF">2006-08-16T00:00:00Z</dcterms:created>
  <dcterms:modified xsi:type="dcterms:W3CDTF">2026-03-13T05:40:37Z</dcterms:modified>
</cp:coreProperties>
</file>